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NETRA means eye in Sanskrit. We read number plates from existing CCTV and track vehicles across a city to detect crime. The one thing to remember from this deck: we never publish a plate we are not sure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failures. The third is the one that makes ANPR products untrustworthy, and it is the one we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this is our contribution. YOLO and OCR are off the shelf. The voting engine, the plate grammar and the decision policy are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genuine outputs from Indian traffic footage running through our pipeline, not mock-ups.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100% is precision on what we choose to publish, measured in simulation. Judges respect the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command centre that cries wolf gets switched off. Zero false positives is the number that matters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design decision was forced by measurement, not preference.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'did you just wrap an API'  -  local models handle all per-frame volume at zero marginal cost. Hosted AI is optional and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listed here runs. The status slide names what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wins trust. Most ANPR pitches ignore privacy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the gaps buys credibility for everything else on the working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operational property. Then offer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D_Drive\Alll Websites\SIH HACKATHON\docs\brand\netra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9718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NETRA</a:t>
            </a:r>
            <a:endParaRPr lang="en-US" sz="7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FA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 for "eye"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26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number plate recognition and crime tracking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40080" y="5230368"/>
            <a:ext cx="1280160" cy="32004"/>
          </a:xfrm>
          <a:prstGeom prst="rect">
            <a:avLst/>
          </a:prstGeom>
          <a:solidFill>
            <a:srgbClr val="17509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5486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  |   Team NETRA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Cameras everywhere. Almost none of them watching.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39112"/>
            <a:ext cx="402336" cy="402336"/>
          </a:xfrm>
          <a:prstGeom prst="ellipse">
            <a:avLst/>
          </a:prstGeom>
          <a:solidFill>
            <a:srgbClr val="A816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09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98424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watches in real time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359152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vehicle passes a camera and nothing happens until someone reviews the tape days later.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10881360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976" y="3520440"/>
            <a:ext cx="402336" cy="402336"/>
          </a:xfrm>
          <a:prstGeom prst="ellipse">
            <a:avLst/>
          </a:prstGeom>
          <a:solidFill>
            <a:srgbClr val="8A540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0976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346557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cloning is invisible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84048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criminal copies a legitimate plate onto a second vehicle. No single camera can detect this  -  it only shows up when you compare sightings across cameras and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45736"/>
            <a:ext cx="10881360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5001768"/>
            <a:ext cx="402336" cy="402336"/>
          </a:xfrm>
          <a:prstGeom prst="ellipse">
            <a:avLst/>
          </a:prstGeom>
          <a:solidFill>
            <a:srgbClr val="6D3B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0976" y="5001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9469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alone cannot be trusted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5321808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plate reading peaks at 95-98% outdoors. At city scale that is thousands of wrong plates a day  -  and a wrong plate puts an innocent citizen under suspicion.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6FA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Voting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385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 gives one guess. A tracked vehicle gives thirty looks at the same plate  -  and the errors between frames are independent. Glare in frame 7 is not there in frame 22.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514600" cy="2148840"/>
          </a:xfrm>
          <a:prstGeom prst="roundRect">
            <a:avLst>
              <a:gd name="adj" fmla="val 1702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127248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675888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041648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of one tracked vehicle votes.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880360"/>
            <a:ext cx="2514600" cy="2148840"/>
          </a:xfrm>
          <a:prstGeom prst="roundRect">
            <a:avLst>
              <a:gd name="adj" fmla="val 1702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3127248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503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675888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4041648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vote scaled by plate size, sharpness, angle, detector confidence.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2514600" cy="2148840"/>
          </a:xfrm>
          <a:prstGeom prst="roundRect">
            <a:avLst>
              <a:gd name="adj" fmla="val 1702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3127248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7395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675888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4041648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per character  -  one bad character sinks the plate, because one wrong character IS a wrong plate.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06840" y="2880360"/>
            <a:ext cx="2514600" cy="2148840"/>
          </a:xfrm>
          <a:prstGeom prst="roundRect">
            <a:avLst>
              <a:gd name="adj" fmla="val 1702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2872" y="3127248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6287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62872" y="3675888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62872" y="4041648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plate grammar fixes O/0, I/1 and B/8 by position.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257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A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that is genuinely ours. Everything else is integration.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-  REAL INDIAN FOOTAGE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frame read it wrong. The consensus was right.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INDIVIDUAL FRAMES READ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965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4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VOTED RESULT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GXISOGJ   GXI50GJ   GXIS0GJ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GX15OGJ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90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0G65ZFX   WG65ZFX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090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OG65ZFX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803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KHO6KSU   RH06KSU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8039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KH06KSU</a:t>
            </a:r>
            <a:endParaRPr lang="en-US" sz="1500" dirty="0"/>
          </a:p>
        </p:txBody>
      </p:sp>
      <p:pic>
        <p:nvPicPr>
          <p:cNvPr id="13" name="Image 0" descr="E:\D_Drive\Alll Websites\SIH HACKATHON\docs\brand\proof-cam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83080"/>
            <a:ext cx="3886200" cy="218541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635240" y="405993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detection: plate located, read and written to the database.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956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reads are noisy because the plate is only ~90 px wide. Voting recovers the truth.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CLAIM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never publish a plate we are not sure about.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424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938528"/>
            <a:ext cx="344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AS FACT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8640" y="1783080"/>
            <a:ext cx="344424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58640" y="1938528"/>
            <a:ext cx="344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0.55 - 0.90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58640" y="2514600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 HUMAN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77200" y="1783080"/>
            <a:ext cx="344424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77200" y="1938528"/>
            <a:ext cx="344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77200" y="2514600"/>
            <a:ext cx="344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015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"100% accuracy" is not a model metric  -  it is an operational property. We report precision on the auto-accepted set and its coverage, never one without the other.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2793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926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accuracy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42793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9926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when published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2793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9926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coverage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70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Reproduce:  pytest apps/edge/tests/test_voting.py  -  14 tests, all passing. Controlled simulation of the mechanism, not a field figure.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plates is table stakes. The value is the reasoning.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02336" cy="402336"/>
          </a:xfrm>
          <a:prstGeom prst="ellipse">
            <a:avLst/>
          </a:prstGeom>
          <a:solidFill>
            <a:srgbClr val="A8161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0208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plate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36829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plate cannot be in two places at once. We compute the implied speed between cameras  -  above what is physically possible, the plate exists twice.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02336" cy="402336"/>
          </a:xfrm>
          <a:prstGeom prst="ellipse">
            <a:avLst/>
          </a:prstGeom>
          <a:solidFill>
            <a:srgbClr val="8A540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14032" y="20208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236829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 over a surveyed camera-to-camera segment. Reported as indicative, not legally defensible.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55848"/>
            <a:ext cx="53035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6D3B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35935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 / casing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36192" y="394106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passes through a zone in 30 minutes, sustained over 8 minutes. Ordinary traffic passes through; it does not circle.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355848"/>
            <a:ext cx="530352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630168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5935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hit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94106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plus one-character-off fuzzy  -  the residual OCR error on a stolen vehicle is what you cannot afford to miss.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956048"/>
            <a:ext cx="10881360" cy="841248"/>
          </a:xfrm>
          <a:prstGeom prst="roundRect">
            <a:avLst>
              <a:gd name="adj" fmla="val 4348"/>
            </a:avLst>
          </a:prstGeom>
          <a:solidFill>
            <a:srgbClr val="E9F5EC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5138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327 background sightings -&gt; 0 false positives. 6 alerts, every one real.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5338" cy="2148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71700"/>
            <a:ext cx="118872" cy="118872"/>
          </a:xfrm>
          <a:prstGeom prst="rect">
            <a:avLst/>
          </a:prstGeom>
          <a:solidFill>
            <a:srgbClr val="1750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121408"/>
            <a:ext cx="142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23744"/>
            <a:ext cx="1649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/ video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decoder thread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camera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64562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56586" y="1920240"/>
            <a:ext cx="2015338" cy="2148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39466" y="2171700"/>
            <a:ext cx="118872" cy="118872"/>
          </a:xfrm>
          <a:prstGeom prst="rect">
            <a:avLst/>
          </a:prstGeom>
          <a:solidFill>
            <a:srgbClr val="6D3B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68066" y="2121408"/>
            <a:ext cx="142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6D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39466" y="2523744"/>
            <a:ext cx="1649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vehicles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IDs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plate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81067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73091" y="1920240"/>
            <a:ext cx="2015338" cy="2148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5971" y="2171700"/>
            <a:ext cx="118872" cy="118872"/>
          </a:xfrm>
          <a:prstGeom prst="rect">
            <a:avLst/>
          </a:prstGeom>
          <a:solidFill>
            <a:srgbClr val="1471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4571" y="2121408"/>
            <a:ext cx="142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4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VOTE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55971" y="2523744"/>
            <a:ext cx="1649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crop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voting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policy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97573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89597" y="1920240"/>
            <a:ext cx="2015338" cy="2148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2477" y="2171700"/>
            <a:ext cx="118872" cy="118872"/>
          </a:xfrm>
          <a:prstGeom prst="rect">
            <a:avLst/>
          </a:prstGeom>
          <a:solidFill>
            <a:srgbClr val="8A54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01077" y="2121408"/>
            <a:ext cx="142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A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72477" y="2523744"/>
            <a:ext cx="1649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evidence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14078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06102" y="1920240"/>
            <a:ext cx="2015338" cy="2148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88982" y="2171700"/>
            <a:ext cx="118872" cy="118872"/>
          </a:xfrm>
          <a:prstGeom prst="rect">
            <a:avLst/>
          </a:prstGeom>
          <a:solidFill>
            <a:srgbClr val="A8161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17582" y="2121408"/>
            <a:ext cx="1420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A8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88982" y="2523744"/>
            <a:ext cx="1649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wall | map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| review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real time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315968"/>
            <a:ext cx="344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shared models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636008"/>
            <a:ext cx="344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separate workers each load their own YOLO and OCR and thrash the machine. Shared: 2.2 GB for the whole network.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358640" y="4315968"/>
            <a:ext cx="344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decoupled from inference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358640" y="4636008"/>
            <a:ext cx="344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keeps showing smooth video even while inference is busy elsewhere.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77200" y="4315968"/>
            <a:ext cx="344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PostGIS-ready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77200" y="4636008"/>
            <a:ext cx="344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account, no network  -  the demo survives dead venue wifi.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USING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424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43684"/>
            <a:ext cx="118872" cy="118872"/>
          </a:xfrm>
          <a:prstGeom prst="rect">
            <a:avLst/>
          </a:prstGeom>
          <a:solidFill>
            <a:srgbClr val="6D3B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4712" y="1993392"/>
            <a:ext cx="270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6D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COMPUTER VISION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77440"/>
            <a:ext cx="298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 -  vehicle detection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 -  persistent track IDs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 -  licence plate localisation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 -  plate text recognition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Voting  -  ours, pure Python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CPU / ONNX + DirectML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1783080"/>
            <a:ext cx="344424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4672" y="2043684"/>
            <a:ext cx="118872" cy="118872"/>
          </a:xfrm>
          <a:prstGeom prst="rect">
            <a:avLst/>
          </a:prstGeom>
          <a:solidFill>
            <a:srgbClr val="17509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3272" y="1993392"/>
            <a:ext cx="270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14672" y="2377440"/>
            <a:ext cx="298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 -  OpenAPI source of truth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(WAL), PostGIS-ready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 -  live feed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 -  pure Python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-  deploy anywhere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1783080"/>
            <a:ext cx="3444240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3232" y="2043684"/>
            <a:ext cx="118872" cy="118872"/>
          </a:xfrm>
          <a:prstGeom prst="rect">
            <a:avLst/>
          </a:prstGeom>
          <a:solidFill>
            <a:srgbClr val="1471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61832" y="1993392"/>
            <a:ext cx="270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4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33232" y="2377440"/>
            <a:ext cx="298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 + React 19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v3 over CSS tokens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 (no key)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SVG charts (no chart lib)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palette, keyboard-first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389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AI arbitration (Gemini / OpenAI / Anthropic / Grok)  -  off by default. Local models do 100% of per-frame volume; the API is a bounded escalation path.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6FA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8755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system, not a prototype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5798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614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215798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7614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15798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614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514600" cy="1234440"/>
          </a:xfrm>
          <a:prstGeom prst="roundRect">
            <a:avLst>
              <a:gd name="adj" fmla="val 2963"/>
            </a:avLst>
          </a:prstGeom>
          <a:solidFill>
            <a:srgbClr val="141E31"/>
          </a:solidFill>
          <a:ln w="9525">
            <a:solidFill>
              <a:srgbClr val="2434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6840" y="215798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7614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661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6FA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DASHBOARD SCREENS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95344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with live KPIs and traffic sparkline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wall + full-screen camera 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with incidents and geofences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plate search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trajectory with time playback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and evidence 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 | camera health | audit log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5661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6FA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FEATURES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895344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Ctrl-K command palette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+ key vim-style navigation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 toasts over SSE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switch  -  laptop or wall display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Keyboard-first review queue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start, auto-sized to the hardware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 to any cloud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ACCOUNTABILITY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surveillance system. We engineered it like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938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 PII in the sighting stream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677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-&gt; owner is a separate, audited lookup. A plate search cannot silently become an identity lookup.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154680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2666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 is logged before results return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6499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Operator, query and stated reason. "Who searched this plate, and why" is the most important record in the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251960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251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2394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entries expire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622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 with an expiry date. An entry that never expires is how a watchlist becomes permanent surveillance.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5349240"/>
            <a:ext cx="402336" cy="402336"/>
          </a:xfrm>
          <a:prstGeom prst="ellipse">
            <a:avLst/>
          </a:prstGeom>
          <a:solidFill>
            <a:srgbClr val="17509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2122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advisory  -  a human always decides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595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enforcement, ever. Cloned-plate alerts need high confidence on both sightings.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against India's DPDP Act 2023.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75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0F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works, and what does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5396"/>
            <a:ext cx="118872" cy="118872"/>
          </a:xfrm>
          <a:prstGeom prst="rect">
            <a:avLst/>
          </a:prstGeom>
          <a:solidFill>
            <a:srgbClr val="1471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9751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4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6400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voting + Indian plate grammar (unit tested)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 -  0 false positives on 327 sightings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SSE live feed, audit log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map, trajectory, review queue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ANPR on Indian footage  -  publishes real plates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live wall with CCTV overlay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Auto-sizing to available hardware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63840" y="1783080"/>
            <a:ext cx="3657600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9525">
            <a:solidFill>
              <a:srgbClr val="CBD2DD"/>
            </a:solidFill>
            <a:prstDash val="solid"/>
          </a:ln>
          <a:effectLst>
            <a:outerShdw sx="100000" sy="100000" kx="0" ky="0" algn="bl" rotWithShape="0" blurRad="101600" dist="12700" dir="54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38160" y="2025396"/>
            <a:ext cx="118872" cy="118872"/>
          </a:xfrm>
          <a:prstGeom prst="rect">
            <a:avLst/>
          </a:prstGeom>
          <a:solidFill>
            <a:srgbClr val="8A540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19751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8A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340864"/>
            <a:ext cx="3200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anomaly detection  -  ingest and alerting done, the detector is not trained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arbitration  -  code complete, off by default, needs an API key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 on a labelled Indian dataset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852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3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that claims more than it does is a demo that dies under questioning.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D_Drive\Alll Websites\SIH HACKATHON\docs\brand\netra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94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NETRA</a:t>
            </a:r>
            <a:endParaRPr lang="en-US" sz="5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never publishes a plate it is not sure about.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property is what separates an ANPR demo from an ANPR system a police force could actually be given. Everything else  -  the cross-camera cloning detection, the audited search, the human review queue  -  follows from taking it seriously.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5074920"/>
            <a:ext cx="1280160" cy="32004"/>
          </a:xfrm>
          <a:prstGeom prst="rect">
            <a:avLst/>
          </a:prstGeom>
          <a:solidFill>
            <a:srgbClr val="17509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A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scripts/start.py   -&gt;   localhost:3000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  |   Team NETRA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NETRA  -  ANPR &amp; Crime Tracking Platform</dc:title>
  <dc:subject>PptxGenJS Presentation</dc:subject>
  <dc:creator>Team NETRA</dc:creator>
  <cp:lastModifiedBy>Team NETRA</cp:lastModifiedBy>
  <cp:revision>1</cp:revision>
  <dcterms:created xsi:type="dcterms:W3CDTF">2026-09-07T05:20:10Z</dcterms:created>
  <dcterms:modified xsi:type="dcterms:W3CDTF">2026-09-07T05:20:10Z</dcterms:modified>
</cp:coreProperties>
</file>